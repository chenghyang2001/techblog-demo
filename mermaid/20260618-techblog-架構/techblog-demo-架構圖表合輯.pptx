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techblog-demo — 架構圖表合輯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FFFF"/>
                </a:solidFill>
              </a:rPr>
              <a:t>5 張圖表 ｜ 來源：docs/architecture.md ｜ 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01｜心智圖</a:t>
            </a:r>
          </a:p>
        </p:txBody>
      </p:sp>
      <p:pic>
        <p:nvPicPr>
          <p:cNvPr id="3" name="Picture 2" descr="techblog-架構-01-心智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756" y="1005840"/>
            <a:ext cx="9638182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02｜流程圖</a:t>
            </a:r>
          </a:p>
        </p:txBody>
      </p:sp>
      <p:pic>
        <p:nvPicPr>
          <p:cNvPr id="3" name="Picture 2" descr="techblog-架構-02-流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6186" y="1005840"/>
            <a:ext cx="3599321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03｜系統架構圖</a:t>
            </a:r>
          </a:p>
        </p:txBody>
      </p:sp>
      <p:pic>
        <p:nvPicPr>
          <p:cNvPr id="3" name="Picture 2" descr="techblog-架構-03-系統架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1341247"/>
            <a:ext cx="11551615" cy="48613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04｜序列圖</a:t>
            </a:r>
          </a:p>
        </p:txBody>
      </p:sp>
      <p:pic>
        <p:nvPicPr>
          <p:cNvPr id="3" name="Picture 2" descr="techblog-架構-04-序列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332" y="1005840"/>
            <a:ext cx="7465029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05｜狀態圖</a:t>
            </a:r>
          </a:p>
        </p:txBody>
      </p:sp>
      <p:pic>
        <p:nvPicPr>
          <p:cNvPr id="3" name="Picture 2" descr="techblog-架構-05-狀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662" y="1005840"/>
            <a:ext cx="6458369" cy="5532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